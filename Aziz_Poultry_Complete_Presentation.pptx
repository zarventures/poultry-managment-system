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8B22"/>
                </a:solidFill>
              </a:defRPr>
            </a:pPr>
            <a:r>
              <a:t>Aziz Poultry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23232"/>
                </a:solidFill>
              </a:defRPr>
            </a:pPr>
            <a:r>
              <a:t>Farm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Complete Poultry Farm Management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Comprehensive farm management platform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Real-time inventory tracking and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Purchase order management system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Sales tracking and revenue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Expense tracking and financial reporting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Advanced date range filtering across all modules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User-friendly dashboard with analytics and KPIs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Login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Login Page]</a:t>
            </a:r>
          </a:p>
          <a:p>
            <a:endParaRPr/>
          </a:p>
          <a:p>
            <a:r>
              <a:t>Secure authentication system with demo credentials</a:t>
            </a:r>
          </a:p>
          <a:p>
            <a:r>
              <a:t>Email: admin@azizpoultry.com</a:t>
            </a:r>
          </a:p>
          <a:p>
            <a:r>
              <a:t>Password: demo123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Dashboard]</a:t>
            </a:r>
          </a:p>
          <a:p>
            <a:endParaRPr/>
          </a:p>
          <a:p>
            <a:r>
              <a:t>• Real-time KPIs (Total Birds, Revenue, Expenses, Profit)</a:t>
            </a:r>
          </a:p>
          <a:p>
            <a:r>
              <a:t>• Revenue trends chart</a:t>
            </a:r>
          </a:p>
          <a:p>
            <a:r>
              <a:t>• Expense breakdown pie chart</a:t>
            </a:r>
          </a:p>
          <a:p>
            <a:r>
              <a:t>• Monthly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Inventory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Inventory Page]</a:t>
            </a:r>
          </a:p>
          <a:p>
            <a:endParaRPr/>
          </a:p>
          <a:p>
            <a:r>
              <a:t>• Track birds, feed, and supplies</a:t>
            </a:r>
          </a:p>
          <a:p>
            <a:r>
              <a:t>• Low stock alerts</a:t>
            </a:r>
          </a:p>
          <a:p>
            <a:r>
              <a:t>• Date range filtering</a:t>
            </a:r>
          </a:p>
          <a:p>
            <a:r>
              <a:t>• Add, edit, and manage inventory items</a:t>
            </a:r>
          </a:p>
          <a:p>
            <a:r>
              <a:t>• Real-time stock level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Purchase Order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Purchases Page]</a:t>
            </a:r>
          </a:p>
          <a:p>
            <a:endParaRPr/>
          </a:p>
          <a:p>
            <a:r>
              <a:t>• Create and manage purchase orders</a:t>
            </a:r>
          </a:p>
          <a:p>
            <a:r>
              <a:t>• Track supplier orders and deliveries</a:t>
            </a:r>
          </a:p>
          <a:p>
            <a:r>
              <a:t>• Order status tracking (Pending, Received, Cancelled)</a:t>
            </a:r>
          </a:p>
          <a:p>
            <a:r>
              <a:t>• Date range filtering</a:t>
            </a:r>
          </a:p>
          <a:p>
            <a:r>
              <a:t>• Total order value calculations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Sales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Sales Page]</a:t>
            </a:r>
          </a:p>
          <a:p>
            <a:endParaRPr/>
          </a:p>
          <a:p>
            <a:r>
              <a:t>• Record customer sales</a:t>
            </a:r>
          </a:p>
          <a:p>
            <a:r>
              <a:t>• Track revenue by product type</a:t>
            </a:r>
          </a:p>
          <a:p>
            <a:r>
              <a:t>• Payment status management</a:t>
            </a:r>
          </a:p>
          <a:p>
            <a:r>
              <a:t>• Date range filtering</a:t>
            </a:r>
          </a:p>
          <a:p>
            <a:r>
              <a:t>• Revenue analytics and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Expense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[SCREENSHOT: Expenses Page]</a:t>
            </a:r>
          </a:p>
          <a:p>
            <a:endParaRPr/>
          </a:p>
          <a:p>
            <a:r>
              <a:t>• Categorize expenses (Feed, Labor, Medicine, etc.)</a:t>
            </a:r>
          </a:p>
          <a:p>
            <a:r>
              <a:t>• Track payment methods</a:t>
            </a:r>
          </a:p>
          <a:p>
            <a:r>
              <a:t>• Category breakdown analysis</a:t>
            </a:r>
          </a:p>
          <a:p>
            <a:r>
              <a:t>• Date range filtering</a:t>
            </a:r>
          </a:p>
          <a:p>
            <a:r>
              <a:t>• Monthly expense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Advanced Date Range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Calendar-based date range selection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Filter data across all modules: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• Inventory (by last updated date)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• Purchases (by order date)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• Sales (by sale date)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• Expenses (by expense date)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Persistent filter across page navigation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Real-time data filtering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Statistics automatically update based on filtered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User Authentication &amp; Role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Real-time Inventory Tracking with Low Stock Alerts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Purchase Order Management &amp; Supplier Tracking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Sales &amp; Revenue Tracking with Analytics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Expense Management &amp; Categorization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Financial Reports &amp; Dashboard Analytics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Advanced Date Range Filtering System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Responsive &amp; Modern Dashboard Design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✓ Local Storage for Data Persistence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28B22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Frontend: Next.js 16 with React 19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UI Framework: Tailwind CSS with shadcn/ui components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Charts &amp; Analytics: Recharts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Date Handling: date-fns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State Management: React Context API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Data Persistence: LocalStorage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TypeScript for Type Safety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Modern, Responsive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28B22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Aziz Poultry Farm Management System</a:t>
            </a:r>
          </a:p>
          <a:p>
            <a:r>
              <a:t>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432</Words>
  <Application>Microsoft Office PowerPoint</Application>
  <PresentationFormat>On-screen Show (4:3)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System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Date Range Filter</vt:lpstr>
      <vt:lpstr>Key Features</vt:lpstr>
      <vt:lpstr>Technology Stack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 Razique</cp:lastModifiedBy>
  <cp:revision>1</cp:revision>
  <dcterms:created xsi:type="dcterms:W3CDTF">2013-01-27T09:14:16Z</dcterms:created>
  <dcterms:modified xsi:type="dcterms:W3CDTF">2026-01-05T13:09:39Z</dcterms:modified>
  <cp:category/>
</cp:coreProperties>
</file>