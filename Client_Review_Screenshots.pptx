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28B22"/>
                </a:solidFill>
              </a:defRPr>
            </a:pPr>
            <a:r>
              <a:t>Aziz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23232"/>
                </a:solidFill>
              </a:defRPr>
            </a:pPr>
            <a:r>
              <a:t>Farm Management System - Client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Complete Application Screenshots - 11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User authentication and login page</a:t>
            </a:r>
          </a:p>
        </p:txBody>
      </p:sp>
      <p:pic>
        <p:nvPicPr>
          <p:cNvPr id="4" name="Picture 3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Main dashboard with KPIs, charts, and analytics</a:t>
            </a:r>
          </a:p>
        </p:txBody>
      </p:sp>
      <p:pic>
        <p:nvPicPr>
          <p:cNvPr id="4" name="Picture 3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Inventory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Track birds, feed, and supplies with date filtering</a:t>
            </a:r>
          </a:p>
        </p:txBody>
      </p:sp>
      <p:pic>
        <p:nvPicPr>
          <p:cNvPr id="4" name="Picture 3" descr="03_Inventory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Purchase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Manage supplier orders and deliveries</a:t>
            </a:r>
          </a:p>
        </p:txBody>
      </p:sp>
      <p:pic>
        <p:nvPicPr>
          <p:cNvPr id="4" name="Picture 3" descr="04_Purchase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Sales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Record and track customer sales and revenue</a:t>
            </a:r>
          </a:p>
        </p:txBody>
      </p:sp>
      <p:pic>
        <p:nvPicPr>
          <p:cNvPr id="4" name="Picture 3" descr="05_Sales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Expense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Track expenses by category with analytics</a:t>
            </a:r>
          </a:p>
        </p:txBody>
      </p:sp>
      <p:pic>
        <p:nvPicPr>
          <p:cNvPr id="4" name="Picture 3" descr="06_Expense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Financial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Comprehensive financial reports and analytics</a:t>
            </a:r>
          </a:p>
        </p:txBody>
      </p:sp>
      <p:pic>
        <p:nvPicPr>
          <p:cNvPr id="4" name="Picture 3" descr="07_Financial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Farmers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Manage farmer master data</a:t>
            </a:r>
          </a:p>
        </p:txBody>
      </p:sp>
      <p:pic>
        <p:nvPicPr>
          <p:cNvPr id="4" name="Picture 3" descr="08_Farmers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Retailers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Manage retailer master data</a:t>
            </a:r>
          </a:p>
        </p:txBody>
      </p:sp>
      <p:pic>
        <p:nvPicPr>
          <p:cNvPr id="4" name="Picture 3" descr="09_Retailers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User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Manage system users and roles</a:t>
            </a:r>
          </a:p>
        </p:txBody>
      </p:sp>
      <p:pic>
        <p:nvPicPr>
          <p:cNvPr id="4" name="Picture 3" descr="10_User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System settings and configuration</a:t>
            </a:r>
          </a:p>
        </p:txBody>
      </p:sp>
      <p:pic>
        <p:nvPicPr>
          <p:cNvPr id="4" name="Picture 3" descr="11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